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83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289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35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69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856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227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47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8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601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05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6870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215F5-42C7-44AB-A8E2-98454E94ECD4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A956FF7-65CF-49E6-B387-48A1FE1445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8BF60-CB92-74E7-EFFC-6CB8D8297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</a:t>
            </a:r>
            <a:r>
              <a:rPr lang="en-US" dirty="0" err="1"/>
              <a:t>gtd</a:t>
            </a:r>
            <a:r>
              <a:rPr lang="en-US"/>
              <a:t> datasets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5495-C4B3-4DFF-0795-B5C77327A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Using Global Terrorism Database (GTD)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5C6E70-2B7F-AE84-FDD1-963CC56446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Performed using Python Libraries (Pandas, Matplotlib, Seaborn, Folium, </a:t>
            </a:r>
            <a:r>
              <a:rPr lang="en-US" dirty="0" err="1"/>
              <a:t>Plotly</a:t>
            </a:r>
            <a:r>
              <a:rPr lang="en-US" dirty="0"/>
              <a:t>, </a:t>
            </a:r>
            <a:r>
              <a:rPr lang="en-US" dirty="0" err="1"/>
              <a:t>GeoPandas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0732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432D1-E9DE-5C0A-62D7-2FEAE257E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discussion: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48271-8C06-D323-DA8A-E76EC239F3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India has faced major terror incidents for over 47 years.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Purpose: Analyze long-term terrorism patterns &amp; high-risk areas.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F838B0-8D08-D60D-4E60-B6A6F1EC4C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Dataset: Global Terrorism Database (GTD), 1970–2017.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Approach: Data cleaning, visualization, mapping, clustering &amp; risk scoring.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97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7277-E63F-901F-D85C-F5EE02A7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D40AC-545E-EF5B-BC7E-22A1E23E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Summary (GTD)</a:t>
            </a:r>
            <a:br>
              <a:rPr lang="en-US" altLang="en-US" cap="none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742A2-8EFC-F272-79F9-EAE767D912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Attack type, weapon type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Target type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Terrorist group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Casualties (killed/wounded)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  Coordinates (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lat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en-US" alt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lon</a:t>
            </a:r>
            <a:r>
              <a:rPr lang="en-US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C8D284A-1750-886F-6127-7FCFCAB51BF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675931" y="1906833"/>
            <a:ext cx="3520644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dirty="0"/>
              <a:t>Worldwide terrorism dataset.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1970–2017.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135+ columns.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Date, location (state/city)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01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C9FF-98A1-193A-0964-D8A631D2A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Libraries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E9E6C-7534-B964-7C43-EF235AA855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Pandas:</a:t>
            </a:r>
            <a:r>
              <a:rPr lang="en-US" dirty="0"/>
              <a:t> Data cleaning, filtering, grouping.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NumPy:</a:t>
            </a:r>
            <a:r>
              <a:rPr lang="en-US" dirty="0"/>
              <a:t> Numerical operations.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Matplotlib:</a:t>
            </a:r>
            <a:r>
              <a:rPr lang="en-US" dirty="0"/>
              <a:t> Line charts, plots.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Seaborn:</a:t>
            </a:r>
            <a:r>
              <a:rPr lang="en-US" dirty="0"/>
              <a:t> Attractive </a:t>
            </a:r>
            <a:r>
              <a:rPr lang="en-US" dirty="0" err="1"/>
              <a:t>barplots</a:t>
            </a:r>
            <a:r>
              <a:rPr lang="en-US" dirty="0"/>
              <a:t> &amp; visualizations.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DE466-FE68-36CC-7580-F033C0E4B98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Folium:</a:t>
            </a:r>
            <a:r>
              <a:rPr lang="en-US" dirty="0"/>
              <a:t> Interactive geo-maps (HTML).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err="1"/>
              <a:t>Plotly</a:t>
            </a:r>
            <a:r>
              <a:rPr lang="en-US" b="1" dirty="0"/>
              <a:t>:</a:t>
            </a:r>
            <a:r>
              <a:rPr lang="en-US" dirty="0"/>
              <a:t> Animated time-series maps.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 err="1"/>
              <a:t>GeoPandas</a:t>
            </a:r>
            <a:r>
              <a:rPr lang="en-US" b="1" dirty="0"/>
              <a:t>:</a:t>
            </a:r>
            <a:r>
              <a:rPr lang="en-US" dirty="0"/>
              <a:t> Choropleth/state maps.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Scikit-Learn:</a:t>
            </a:r>
            <a:r>
              <a:rPr lang="en-US" dirty="0"/>
              <a:t> DBSCAN clustering (hotspot detection).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95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FF7F-9DF4-E0A7-2F74-298615DF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Workflow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77D41-BCFB-8196-921A-2E203440C1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6.    State-wise analysis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7.    Hotspot clustering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8.    Choropleth heatmap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9.    Interactive and animated maps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>
                <a:latin typeface="Arial" panose="020B0604020202020204" pitchFamily="34" charset="0"/>
              </a:rPr>
              <a:t>10.  Risk scoring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60039CC-6C72-AABD-46D8-68DC1DE44B4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449217" y="2094619"/>
            <a:ext cx="452078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GTD dataset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India (1970–2017)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date, casualties, coordinates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Time-series analysis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charts: attack types &amp; targets</a:t>
            </a:r>
          </a:p>
        </p:txBody>
      </p:sp>
    </p:spTree>
    <p:extLst>
      <p:ext uri="{BB962C8B-B14F-4D97-AF65-F5344CB8AC3E}">
        <p14:creationId xmlns:p14="http://schemas.microsoft.com/office/powerpoint/2010/main" val="1293334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3E362-5145-B289-6CF2-9265D101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F6FD12-5247-7E1C-3D8F-E10A1627B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69754" y="1923528"/>
            <a:ext cx="4645152" cy="344152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Filtered India records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Created derived fields for analysis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1EB2A4E-8F15-94C0-EC22-F77356C844D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93321" y="1923528"/>
            <a:ext cx="561403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year/month/day → single date field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nkill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nwound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numeric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coordinates</a:t>
            </a:r>
          </a:p>
        </p:txBody>
      </p:sp>
    </p:spTree>
    <p:extLst>
      <p:ext uri="{BB962C8B-B14F-4D97-AF65-F5344CB8AC3E}">
        <p14:creationId xmlns:p14="http://schemas.microsoft.com/office/powerpoint/2010/main" val="1990455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5121D-510B-1D8D-ACBC-465316D38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Attacks Per Year</a:t>
            </a:r>
          </a:p>
        </p:txBody>
      </p:sp>
      <p:pic>
        <p:nvPicPr>
          <p:cNvPr id="7" name="Content Placeholder 6" descr="A graph with red lines&#10;&#10;AI-generated content may be incorrect.">
            <a:extLst>
              <a:ext uri="{FF2B5EF4-FFF2-40B4-BE49-F238E27FC236}">
                <a16:creationId xmlns:a16="http://schemas.microsoft.com/office/drawing/2014/main" id="{9A6D808B-C251-DD16-AC3D-36FBF07B872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191" y="69574"/>
            <a:ext cx="5691810" cy="5983537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6123545-6415-9621-FFB1-FA2B12A895C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92636" y="2358175"/>
            <a:ext cx="5059398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increase in attacks over decades.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1970s–80s: low incidents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80s–90s: rise due to insurgencies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2000–2010: high fluctuations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2014–2017: peak due to certain regional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conflicts.</a:t>
            </a:r>
          </a:p>
        </p:txBody>
      </p:sp>
    </p:spTree>
    <p:extLst>
      <p:ext uri="{BB962C8B-B14F-4D97-AF65-F5344CB8AC3E}">
        <p14:creationId xmlns:p14="http://schemas.microsoft.com/office/powerpoint/2010/main" val="973698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6C12-E9B7-A4E8-764A-9DC80611F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Casualties Over Time</a:t>
            </a:r>
          </a:p>
        </p:txBody>
      </p:sp>
      <p:pic>
        <p:nvPicPr>
          <p:cNvPr id="7" name="Content Placeholder 6" descr="A graph of a graph showing the number of people in the country&#10;&#10;AI-generated content may be incorrect.">
            <a:extLst>
              <a:ext uri="{FF2B5EF4-FFF2-40B4-BE49-F238E27FC236}">
                <a16:creationId xmlns:a16="http://schemas.microsoft.com/office/drawing/2014/main" id="{E7357DCF-ECF8-B562-DEDA-523D429B13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74" y="655983"/>
            <a:ext cx="5274917" cy="508883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46391B1-00A5-EE71-C3C2-766CE0C39DB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33077" y="2106887"/>
            <a:ext cx="474219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 of killed vs wounded.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Periodic spikes indicate major violent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periods.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Wounded count generally higher than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killed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666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AB9E-7B03-0BDF-2E9C-7D4EB1A9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Attack Types</a:t>
            </a:r>
          </a:p>
        </p:txBody>
      </p:sp>
      <p:pic>
        <p:nvPicPr>
          <p:cNvPr id="7" name="Content Placeholder 6" descr="A graph with blue bars&#10;&#10;AI-generated content may be incorrect.">
            <a:extLst>
              <a:ext uri="{FF2B5EF4-FFF2-40B4-BE49-F238E27FC236}">
                <a16:creationId xmlns:a16="http://schemas.microsoft.com/office/drawing/2014/main" id="{A7243A78-366E-91C1-C855-592B560A4D3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500" y="288235"/>
            <a:ext cx="5592970" cy="5764876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07E87D9-883E-4AFC-7035-D7E82550826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973025" y="2017343"/>
            <a:ext cx="527900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Bombings/Explosions are most common.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Armed assaults second most.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Kidnapping, assassinations also significant</a:t>
            </a:r>
          </a:p>
        </p:txBody>
      </p:sp>
    </p:spTree>
    <p:extLst>
      <p:ext uri="{BB962C8B-B14F-4D97-AF65-F5344CB8AC3E}">
        <p14:creationId xmlns:p14="http://schemas.microsoft.com/office/powerpoint/2010/main" val="569638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651C-3999-602D-D496-80A71981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87" y="496776"/>
            <a:ext cx="9605635" cy="1059305"/>
          </a:xfrm>
        </p:spPr>
        <p:txBody>
          <a:bodyPr/>
          <a:lstStyle/>
          <a:p>
            <a:r>
              <a:rPr lang="en-US" dirty="0"/>
              <a:t>— State-Wise Choropleth</a:t>
            </a:r>
          </a:p>
        </p:txBody>
      </p:sp>
      <p:pic>
        <p:nvPicPr>
          <p:cNvPr id="9" name="Content Placeholder 8" descr="A graph of a terrorist attack&#10;&#10;AI-generated content may be incorrect.">
            <a:extLst>
              <a:ext uri="{FF2B5EF4-FFF2-40B4-BE49-F238E27FC236}">
                <a16:creationId xmlns:a16="http://schemas.microsoft.com/office/drawing/2014/main" id="{5A091782-AD82-B9B9-736A-BD927E9527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8852" y="337930"/>
            <a:ext cx="5047124" cy="512111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285C30EF-139C-E012-E33D-357BA5DB745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283464" y="2017343"/>
            <a:ext cx="4812536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intensity of terror across states.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Highest incidents in: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Jammu &amp; Kashmir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Northeastern states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India (Naxal-affected areas)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700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A01AC-0940-D73F-70EA-1E247DA6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069" y="258237"/>
            <a:ext cx="9605635" cy="1059305"/>
          </a:xfrm>
        </p:spPr>
        <p:txBody>
          <a:bodyPr/>
          <a:lstStyle/>
          <a:p>
            <a:r>
              <a:rPr lang="en-US" dirty="0"/>
              <a:t>— Hotspot Analysis (DBSCAN)</a:t>
            </a:r>
          </a:p>
        </p:txBody>
      </p:sp>
      <p:pic>
        <p:nvPicPr>
          <p:cNvPr id="7" name="Content Placeholder 6" descr="A map of a map of different colors&#10;&#10;AI-generated content may be incorrect.">
            <a:extLst>
              <a:ext uri="{FF2B5EF4-FFF2-40B4-BE49-F238E27FC236}">
                <a16:creationId xmlns:a16="http://schemas.microsoft.com/office/drawing/2014/main" id="{7680E3E0-24C7-11C6-ED1B-089868A5E45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912" y="178904"/>
            <a:ext cx="5316017" cy="5565913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AB9C5F0-A6DF-2F85-4956-88515C4533B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403314" y="2017343"/>
            <a:ext cx="4374916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Clusters represent areas with high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density.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major conflict zones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sz="1800" dirty="0">
                <a:latin typeface="Arial" panose="020B0604020202020204" pitchFamily="34" charset="0"/>
              </a:rPr>
              <a:t>Data-driven method using geographic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   coordinates.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78962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0919C-0254-26D6-8FD7-8270FFD9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Interactive &amp; Animated Maps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7E9192-4010-BA54-09F5-70BD2EF0A0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01397" y="1923528"/>
            <a:ext cx="4645152" cy="3441520"/>
          </a:xfrm>
        </p:spPr>
        <p:txBody>
          <a:bodyPr/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dirty="0">
                <a:latin typeface="Arial" panose="020B0604020202020204" pitchFamily="34" charset="0"/>
              </a:rPr>
              <a:t>Files created: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 Unicode MS"/>
              </a:rPr>
              <a:t>india_attacks_map_full.html</a:t>
            </a:r>
            <a:endParaRPr lang="en-US" altLang="en-US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 Unicode MS"/>
              </a:rPr>
              <a:t>india_animated_timeline.html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1F17C1F-9F34-DF08-18EB-C564C964560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33077" y="2017343"/>
            <a:ext cx="5235857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Folium Map: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Clickable, zoomable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incident map.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Animation: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year-wise spread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terrorism.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8979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4257A-2A39-581B-1E16-8259DBCE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State Risk 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86989-701C-2B9E-4A50-13433E7AA1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57879" y="2010878"/>
            <a:ext cx="4645152" cy="34485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Risk Score =</a:t>
            </a:r>
            <a:br>
              <a:rPr lang="en-US" dirty="0"/>
            </a:br>
            <a:r>
              <a:rPr lang="en-US" dirty="0"/>
              <a:t>0.5 × (Incidents %)</a:t>
            </a:r>
          </a:p>
          <a:p>
            <a:pPr marL="0" indent="0">
              <a:buNone/>
            </a:pPr>
            <a:r>
              <a:rPr lang="en-US" dirty="0"/>
              <a:t>   0.3 × (Killed %)</a:t>
            </a:r>
          </a:p>
          <a:p>
            <a:pPr marL="0" indent="0">
              <a:buNone/>
            </a:pPr>
            <a:r>
              <a:rPr lang="en-US" dirty="0"/>
              <a:t>   0.2 × (Wounded %)</a:t>
            </a:r>
          </a:p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2D13170-E65A-0250-D5CE-AFD4E87F948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906875" y="2010878"/>
            <a:ext cx="4493538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score = higher terrorism risk.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vulnerable states for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lang="en-US" altLang="en-US" dirty="0">
                <a:latin typeface="Arial" panose="020B0604020202020204" pitchFamily="34" charset="0"/>
              </a:rPr>
              <a:t>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policymakers.</a:t>
            </a:r>
          </a:p>
        </p:txBody>
      </p:sp>
    </p:spTree>
    <p:extLst>
      <p:ext uri="{BB962C8B-B14F-4D97-AF65-F5344CB8AC3E}">
        <p14:creationId xmlns:p14="http://schemas.microsoft.com/office/powerpoint/2010/main" val="1091690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B1420-901C-500F-BC28-0E02D4478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Conclusions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B187A8E-9E40-2D9B-FDEE-C8FD521FBD5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107677" y="2105561"/>
            <a:ext cx="5144357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Sharp rise in terrorism during 1985–2010.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concentrations in J&amp;K, NE states,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Central India.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Bombings were the dominant attack type.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D1B6412-54F4-2A45-936A-D3AA420367B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6252034" y="2105561"/>
            <a:ext cx="516699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Civilians were the most targeted category.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scoring identifies chronic high-risk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438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90313-D418-2760-4930-A033495D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— 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1EE841-2D97-AD1E-3E7E-1C4C116CF3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39205" y="2105561"/>
            <a:ext cx="541686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population data → per-capita risk map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ML models for attack prediction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news sentiment &amp; socio-political factors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dashboard with live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49773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A8C68D-8771-4BCB-1DFC-BCE665E59F5A}"/>
              </a:ext>
            </a:extLst>
          </p:cNvPr>
          <p:cNvSpPr txBox="1"/>
          <p:nvPr/>
        </p:nvSpPr>
        <p:spPr>
          <a:xfrm>
            <a:off x="3737113" y="1996181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7153145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388</TotalTime>
  <Words>562</Words>
  <Application>Microsoft Office PowerPoint</Application>
  <PresentationFormat>Widescreen</PresentationFormat>
  <Paragraphs>104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Arial Unicode MS</vt:lpstr>
      <vt:lpstr>Gill Sans MT</vt:lpstr>
      <vt:lpstr>Wingdings</vt:lpstr>
      <vt:lpstr>Gallery</vt:lpstr>
      <vt:lpstr>Analysis of gtd datasets</vt:lpstr>
      <vt:lpstr>Brief discussion:</vt:lpstr>
      <vt:lpstr>Dataset Summary (GTD) </vt:lpstr>
      <vt:lpstr>Libraries Used</vt:lpstr>
      <vt:lpstr>Project Workflow</vt:lpstr>
      <vt:lpstr>Data Cleaning</vt:lpstr>
      <vt:lpstr>— Attacks Per Year</vt:lpstr>
      <vt:lpstr>— Casualties Over Time</vt:lpstr>
      <vt:lpstr>— Attack Types</vt:lpstr>
      <vt:lpstr>— State-Wise Choropleth</vt:lpstr>
      <vt:lpstr>— Hotspot Analysis (DBSCAN)</vt:lpstr>
      <vt:lpstr>— Interactive &amp; Animated Maps</vt:lpstr>
      <vt:lpstr>— State Risk Score</vt:lpstr>
      <vt:lpstr>— Conclusions</vt:lpstr>
      <vt:lpstr>—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 Mishra</dc:creator>
  <cp:lastModifiedBy>Aman Mishra</cp:lastModifiedBy>
  <cp:revision>2</cp:revision>
  <dcterms:created xsi:type="dcterms:W3CDTF">2025-11-23T19:07:40Z</dcterms:created>
  <dcterms:modified xsi:type="dcterms:W3CDTF">2025-11-27T07:04:07Z</dcterms:modified>
</cp:coreProperties>
</file>