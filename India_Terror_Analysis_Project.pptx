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Terrorism Analysis in India (1970–2017)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Global Terrorism Database (GTD)</a:t>
            </a:r>
          </a:p>
          <a:p>
            <a:r>
              <a:t>Visualisation, Hotspots, State Risk, Mapping</a:t>
            </a:r>
          </a:p>
          <a:p>
            <a:r>
              <a:t>Created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Terror Attacks per Year (1970–2017)</a:t>
            </a:r>
          </a:p>
        </p:txBody>
      </p:sp>
      <p:pic>
        <p:nvPicPr>
          <p:cNvPr id="4" name="Picture 3" descr="attacks_per_year_1970_2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Casualties per Year</a:t>
            </a:r>
          </a:p>
        </p:txBody>
      </p:sp>
      <p:pic>
        <p:nvPicPr>
          <p:cNvPr id="4" name="Picture 3" descr="casualties_per_year_1970_2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Attack Types</a:t>
            </a:r>
          </a:p>
        </p:txBody>
      </p:sp>
      <p:pic>
        <p:nvPicPr>
          <p:cNvPr id="4" name="Picture 3" descr="attack_types_top15_1970_2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Target Types</a:t>
            </a:r>
          </a:p>
        </p:txBody>
      </p:sp>
      <p:pic>
        <p:nvPicPr>
          <p:cNvPr id="4" name="Picture 3" descr="target_types_top15_1970_2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Terrorist Groups</a:t>
            </a:r>
          </a:p>
        </p:txBody>
      </p:sp>
      <p:pic>
        <p:nvPicPr>
          <p:cNvPr id="4" name="Picture 3" descr="top_groups_1970_2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Hotspot Clusters (DBSCAN)</a:t>
            </a:r>
          </a:p>
        </p:txBody>
      </p:sp>
      <p:pic>
        <p:nvPicPr>
          <p:cNvPr id="4" name="Picture 3" descr="india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State-wise Terror Attack Heatmap</a:t>
            </a:r>
          </a:p>
        </p:txBody>
      </p:sp>
      <p:pic>
        <p:nvPicPr>
          <p:cNvPr id="4" name="Picture 3" descr="india_choropleth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Visualisations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files were generated:</a:t>
            </a:r>
          </a:p>
          <a:p/>
          <a:p>
            <a:r>
              <a:t>1. india_attacks_map_full.html  — Interactive zoomable map</a:t>
            </a:r>
          </a:p>
          <a:p>
            <a:r>
              <a:t>2. india_animated_timeline.html — Year-by-year animated map</a:t>
            </a:r>
          </a:p>
          <a:p/>
          <a:p>
            <a:r>
              <a:t>Open these HTML files in a browser for full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